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template - Minor Project review presentation for B.Tech II year. Replace every placeholder in angle brackets. Title slide: speak for 30 seconds - greet the panel, state the title, introduce the team and the guide. Do not read the slide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60-90 seconds. Start broad (the domain), end narrow (your specific task). Avoid definitions copied from Wikipedia - the panel will ask for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must be ONE sentence. If you need two sentences, the scope is too wide for a minor project. The panel's first question is usually: who exactly benefits?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Speak about the trend: what most papers did, what results they reached, and what all of them left unsolved. Row 1 is a worked example - delete it and put your own paper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good review from an average one. State 2-3 gaps only, and make sure each one maps to a paper you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verbs - study, understand, analyse. Use build, classify, detect, compare, deploy. Four objectives is the right number for a minor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the diagram left to right in under a minute, naming the input and the output first. Be ready to say where your contribution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team member works well - it also answers the panel question 'who did what'.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versions where you know them. If you have a GitHub repository, show the link here - it is strong evidence of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status. Panels reward accurate self-assessment and penalise claims that fall apart under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week numbers to your academic calendar. Showing a plan for the remaining weeks is what the panel wants to hear at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The conclusion restates the problem, the gap and the promise -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Google Scholar's 'Cite' option and pick MLA/IEEE, then fix the formatting by hand. Never cite a blog, a YouTube video or a paper you have not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deck open on the architecture slide during questions - most panel questions point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TITLE OF YOUR MINOR PROJECT &gt;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under 12 words - state the problem, not the tool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2410XXXXX   Student Name 1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2410XXXXX   Student Name 2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2410XXXXX   Student Name 3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2410XXXXX   Student Name 4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/ Mr. / Ms. &lt; Guide Name &gt;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Designation, Department of CSE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 Campus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 |  Minor Project - Review 1  |  Academic Year 2026-27  |  Date: DD-MM-YYYY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domain?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2-3 lines introducing the area - healthcare, agriculture, IoT security, education, etc. 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relevant today?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One statistic or trend with a source - e.g. 'X% of Y is affected annually [1]' 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project sit?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One line connecting the domain to the specific task you are solving 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543800" y="14173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domain image, chart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concept illustration here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tip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this slide must be traceable to a reference on the last slide.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&lt; Existing systems fail to ___ because ___ , which results in ___ . &gt; 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Users, patients, farmers, students, an organisation - be specific about the beneficiary. &gt;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Time lost, money lost, accuracy lost, risk created. One number is stronger than three adjectives. &gt;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New data, new hardware, new regulation, or a gap the surveyed papers left open. &gt;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8-10 papers studied; show 4-5 of the most relevant here (2020 onwards, journals/conferences only - no blogs).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2743200"/>
                <a:gridCol w="173736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Technique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et 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disease detection using a CNN (ResNet-50)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(54k images)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 accuracy on 14 crop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on field images with mixed lighting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Author, Year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Method / algorithm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Data / tool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Result with a number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What it could not do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Author, Year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Method / algorithm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Data / tool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Result with a number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What it could not do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Author, Year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Method / algorithm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Data / tool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Result with a number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What it could not do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column is the most important one - your research gap is built from it.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Data-level gap - small dataset, single language, lab-only images, no Indian data. &gt;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Method-level gap - heavy model, no real-time response, low accuracy on a class. 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Deployment gap - no user interface, no mobile/edge version, no security layer. &gt;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State in one line which of the three gaps above your project closes, and how. &gt;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is a sentence that begins with "No existing work has..." or "Existing work does not..."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every gap here must come from the last column of the literature survey table. A gap you cannot trace to a paper will be rejected by the panel.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3-4 objectives. Each one must start with an action verb and be something you can demonstrate by the final review.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/ prepare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the dataset or input source, with size and origin stated. &gt;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&amp; implement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the core model, algorithm or module that solves the gap. &gt;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using named metrics - accuracy, precision, recall, F1, latency, MSE. &gt;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/ demonstrate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a working interface - web app, mobile app or dashboard. &gt;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objectives and results must match one-to-one at the final review.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Data source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user upload 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Cleaning, resizing,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splitting 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Model / algorithm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does the work 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Prediction shown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UI + metrics 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85800" y="3749040"/>
            <a:ext cx="7040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this whole row with your own block diagram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(draw.io / Visio / PowerPoint shapes - not a photo of a whiteboard)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arrow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should say what flows through it - raw image, cleaned CSV, feature vector, JSON response. Unlabelled arrows invite questions you cannot answer.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Source, size, format, how it was collected or downloaded, train/test split. 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Cleaning steps, feature extraction, augmentation, normalisation. 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Algorithm name, why this one was chosen over the alternatives. 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Front end, back end, how a user actually runs your system. &gt;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&lt; Python 3.11 / Java / JS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&lt; scikit-learn, TensorFlow, OpenCV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end: &lt; HTML-CSS-JS / React / Streamlit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end: &lt; Flask / Django / Node.js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&lt; MySQL / MongoDB / Firebase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&lt; VS Code / Jupyter / Colab &gt;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&lt; i5 or above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&lt; 8 GB minimum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Cloud: &lt; Colab T4 / local GPU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or devices: &lt; ESP32, camera, none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&lt; localhost / Render / Firebase &gt;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&lt; GitHub repository link &gt;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146304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your output / UI /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plot of your current results 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working thing, however small. A live screenshot beats three slides of claims.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abstract, team roles finalised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gap, objectives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60% implementation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demo, results, report, paper draft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circles = completed reviews. Update this slide before every review.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panel checks every time: 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the last review, honesty of the status you claim, and whether each objective still has enough weeks left to finish.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A working system that does ___ 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e.g. accuracy above 90% / response under 2 s 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Who can use it, and where it can be deployed 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Three sentences: the problem you took up, the gap you found in the literature, and what your system will deliver by the final review. End with one line on future scope - a feature you deliberately left out of scope. &gt;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style, numbered in the order they are cited in the slides. Minimum 8 references for a minor project - these are format examples only.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10424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A. K. Sharma and R. Verma, "Title of the journal paper in sentence case," IEEE Access, vol. 12, no. 3, pp. 1123-1135, 2024.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P. Reddy, S. Rao and M. Iqbal, "Title of the conference paper," in Proc. Int. Conf. on Computing and Communication (ICCC), Hyderabad, India, 2023, pp. 45-51.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T. Mitchell, Machine Learning, 2nd ed. New York, NY, USA: McGraw-Hill, 2021, pp. 88-102.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D. Dua and C. Graff, "UCI Machine Learning Repository," University of California, Irvine, 2023. [Online]. Available: &lt; URL &gt; [Accessed: 10-Sep-2026].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&lt; Add your remaining references in the same pattern - author, title, source, volume, pages, year. &gt;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listed here must appear in the literature survey table, and every row of that table must appear here.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&lt; Names &gt;   |   Guide: &lt; Guide Name &gt;   |   Dept. of CSE, KLH Bachupally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subject>PptxGenJS Presentation</dc:subject>
  <dc:creator>Dept. of CSE, KLH Bachupally</dc:creator>
  <cp:lastModifiedBy>Dept. of CSE, KLH Bachupally</cp:lastModifiedBy>
  <cp:revision>1</cp:revision>
  <dcterms:created xsi:type="dcterms:W3CDTF">2026-09-16T05:47:29Z</dcterms:created>
  <dcterms:modified xsi:type="dcterms:W3CDTF">2026-09-16T05:47:29Z</dcterms:modified>
</cp:coreProperties>
</file>